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Arial Bold" charset="1" panose="020B0704020202020204"/>
      <p:regular r:id="rId8"/>
    </p:embeddedFont>
    <p:embeddedFont>
      <p:font typeface="Arial" charset="1" panose="020B0604020202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4408" y="309649"/>
            <a:ext cx="4761176" cy="1729616"/>
            <a:chOff x="0" y="0"/>
            <a:chExt cx="6348235" cy="2306155"/>
          </a:xfrm>
        </p:grpSpPr>
        <p:sp>
          <p:nvSpPr>
            <p:cNvPr name="Freeform 4" id="4" descr="Text  Description automatically generated"/>
            <p:cNvSpPr/>
            <p:nvPr/>
          </p:nvSpPr>
          <p:spPr>
            <a:xfrm flipH="false" flipV="false" rot="0">
              <a:off x="0" y="0"/>
              <a:ext cx="6348222" cy="2306193"/>
            </a:xfrm>
            <a:custGeom>
              <a:avLst/>
              <a:gdLst/>
              <a:ahLst/>
              <a:cxnLst/>
              <a:rect r="r" b="b" t="t" l="l"/>
              <a:pathLst>
                <a:path h="2306193" w="6348222">
                  <a:moveTo>
                    <a:pt x="0" y="0"/>
                  </a:moveTo>
                  <a:lnTo>
                    <a:pt x="6348222" y="0"/>
                  </a:lnTo>
                  <a:lnTo>
                    <a:pt x="6348222" y="2306193"/>
                  </a:lnTo>
                  <a:lnTo>
                    <a:pt x="0" y="2306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" r="0" b="-1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988324"/>
            <a:chOff x="0" y="0"/>
            <a:chExt cx="24402453" cy="13177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17752"/>
            </a:xfrm>
            <a:custGeom>
              <a:avLst/>
              <a:gdLst/>
              <a:ahLst/>
              <a:cxnLst/>
              <a:rect r="r" b="b" t="t" l="l"/>
              <a:pathLst>
                <a:path h="131775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17752"/>
                  </a:lnTo>
                  <a:lnTo>
                    <a:pt x="0" y="1317752"/>
                  </a:lnTo>
                  <a:close/>
                </a:path>
              </a:pathLst>
            </a:custGeom>
            <a:solidFill>
              <a:srgbClr val="00336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84412"/>
            <a:ext cx="18301840" cy="68637"/>
            <a:chOff x="0" y="0"/>
            <a:chExt cx="24402453" cy="91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91567"/>
            </a:xfrm>
            <a:custGeom>
              <a:avLst/>
              <a:gdLst/>
              <a:ahLst/>
              <a:cxnLst/>
              <a:rect r="r" b="b" t="t" l="l"/>
              <a:pathLst>
                <a:path h="9156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C0203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9069" y="9361627"/>
            <a:ext cx="507892" cy="754971"/>
            <a:chOff x="0" y="0"/>
            <a:chExt cx="677189" cy="1006627"/>
          </a:xfrm>
        </p:grpSpPr>
        <p:sp>
          <p:nvSpPr>
            <p:cNvPr name="Freeform 7" id="7" descr="/tmp/stpslides/assets/hust_logo.jpeg"/>
            <p:cNvSpPr/>
            <p:nvPr/>
          </p:nvSpPr>
          <p:spPr>
            <a:xfrm flipH="false" flipV="false" rot="0">
              <a:off x="0" y="0"/>
              <a:ext cx="6771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64">
                  <a:moveTo>
                    <a:pt x="0" y="0"/>
                  </a:moveTo>
                  <a:lnTo>
                    <a:pt x="677164" y="0"/>
                  </a:lnTo>
                  <a:lnTo>
                    <a:pt x="677164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1" t="0" r="-75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5402" y="9361627"/>
            <a:ext cx="4941618" cy="754971"/>
            <a:chOff x="0" y="0"/>
            <a:chExt cx="6588823" cy="1006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8827" cy="1006626"/>
            </a:xfrm>
            <a:custGeom>
              <a:avLst/>
              <a:gdLst/>
              <a:ahLst/>
              <a:cxnLst/>
              <a:rect r="r" b="b" t="t" l="l"/>
              <a:pathLst>
                <a:path h="1006626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588823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0033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TRƯỜNG ĐẠI HỌC BÁCH KHOA HÀ NỘI</a:t>
              </a:r>
            </a:p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003366"/>
                  </a:solidFill>
                  <a:latin typeface="Arial"/>
                  <a:ea typeface="Arial"/>
                  <a:cs typeface="Arial"/>
                  <a:sym typeface="Arial"/>
                </a:rPr>
                <a:t>HANOI UNIVERSITY OF SCIENCE AND TECHNOLOGY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82931" y="9787157"/>
            <a:ext cx="11393176" cy="48044"/>
            <a:chOff x="0" y="0"/>
            <a:chExt cx="15190902" cy="640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90851" cy="64008"/>
            </a:xfrm>
            <a:custGeom>
              <a:avLst/>
              <a:gdLst/>
              <a:ahLst/>
              <a:cxnLst/>
              <a:rect r="r" b="b" t="t" l="l"/>
              <a:pathLst>
                <a:path h="64008" w="15190851">
                  <a:moveTo>
                    <a:pt x="0" y="0"/>
                  </a:moveTo>
                  <a:lnTo>
                    <a:pt x="15190851" y="0"/>
                  </a:lnTo>
                  <a:lnTo>
                    <a:pt x="1519085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C02034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DAHNfREViHU</dc:identifier>
  <dcterms:modified xsi:type="dcterms:W3CDTF">2011-08-01T06:04:30Z</dcterms:modified>
  <cp:revision>1</cp:revision>
  <dc:title>BTL_MMT</dc:title>
</cp:coreProperties>
</file>